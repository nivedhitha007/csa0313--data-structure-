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-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2B7AB-0E17-4CF1-BB1B-8BB069B6B741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B800B-9EA3-42F1-A99B-7AB0A3D5525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2B7AB-0E17-4CF1-BB1B-8BB069B6B741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B800B-9EA3-42F1-A99B-7AB0A3D5525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2B7AB-0E17-4CF1-BB1B-8BB069B6B741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B800B-9EA3-42F1-A99B-7AB0A3D5525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2B7AB-0E17-4CF1-BB1B-8BB069B6B741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B800B-9EA3-42F1-A99B-7AB0A3D5525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2B7AB-0E17-4CF1-BB1B-8BB069B6B741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B800B-9EA3-42F1-A99B-7AB0A3D5525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2B7AB-0E17-4CF1-BB1B-8BB069B6B741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B800B-9EA3-42F1-A99B-7AB0A3D5525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2B7AB-0E17-4CF1-BB1B-8BB069B6B741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B800B-9EA3-42F1-A99B-7AB0A3D5525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2B7AB-0E17-4CF1-BB1B-8BB069B6B741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B800B-9EA3-42F1-A99B-7AB0A3D5525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2B7AB-0E17-4CF1-BB1B-8BB069B6B741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B800B-9EA3-42F1-A99B-7AB0A3D5525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2B7AB-0E17-4CF1-BB1B-8BB069B6B741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B800B-9EA3-42F1-A99B-7AB0A3D5525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2B7AB-0E17-4CF1-BB1B-8BB069B6B741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B800B-9EA3-42F1-A99B-7AB0A3D5525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92B7AB-0E17-4CF1-BB1B-8BB069B6B741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8B800B-9EA3-42F1-A99B-7AB0A3D55255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449638"/>
          </a:xfrm>
        </p:spPr>
        <p:txBody>
          <a:bodyPr>
            <a:normAutofit/>
          </a:bodyPr>
          <a:lstStyle/>
          <a:p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 DATA STRUCTURE IN TASK SCHEDULING SYSTEM</a:t>
            </a:r>
            <a:endParaRPr lang="en-US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79690" y="5106374"/>
            <a:ext cx="9144000" cy="1655762"/>
          </a:xfrm>
        </p:spPr>
        <p:txBody>
          <a:bodyPr/>
          <a:lstStyle/>
          <a:p>
            <a:r>
              <a:rPr lang="en-IN" b="1" dirty="0"/>
              <a:t>Presented by:</a:t>
            </a:r>
            <a:br>
              <a:rPr lang="en-IN" dirty="0"/>
            </a:b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NIVEDHITHA.G(192521231)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326" y="151244"/>
            <a:ext cx="10718156" cy="14505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09135" y="2172929"/>
            <a:ext cx="84459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CSA0313 – DATA STRUCTURES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r>
              <a:rPr lang="en-US" altLang="en-US" dirty="0"/>
              <a:t>A Priority Queue is a special type of data structure.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It stores tasks based on their priority level instead of the order they arrive.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Tasks with higher priority are executed before lower-priority tasks.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Priority Queues are widely used in CPU scheduling, operating systems, and job management systems.</a:t>
            </a:r>
            <a:endParaRPr lang="en-US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98" y="102620"/>
            <a:ext cx="1371600" cy="1371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2815" y="102620"/>
            <a:ext cx="1739132" cy="13121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/>
          </a:bodyPr>
          <a:lstStyle/>
          <a:p>
            <a:pPr marL="0" indent="0">
              <a:buNone/>
            </a:pPr>
            <a:r>
              <a:rPr lang="en-US" alt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Scheduling Scenario</a:t>
            </a:r>
            <a:endParaRPr lang="en-US" altLang="en-US" sz="8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computer system:</a:t>
            </a:r>
            <a:endParaRPr lang="en-US" alt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jobs are submitted by users.</a:t>
            </a:r>
            <a:endParaRPr lang="en-US" alt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job is assigned a priority level (High, Medium, Low).</a:t>
            </a:r>
            <a:endParaRPr lang="en-US" alt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High-priority jobs must execute before low-priority jobs.</a:t>
            </a:r>
            <a:endParaRPr lang="en-US" alt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jobs can arrive at any time.</a:t>
            </a:r>
            <a:endParaRPr lang="en-US" alt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</a:t>
            </a:r>
            <a:endParaRPr lang="en-US" altLang="en-US" sz="8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can the system execute the highest-priority job quickly and efficiently while maintaining good performance?</a:t>
            </a:r>
            <a:endParaRPr lang="en-US" alt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98" y="102620"/>
            <a:ext cx="1371600" cy="1371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2815" y="102620"/>
            <a:ext cx="1739132" cy="13121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PRIORITY QUEUE IS SUITABLE?</a:t>
            </a:r>
            <a:endParaRPr lang="en-US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dirty="0"/>
              <a:t>Priority Queue is the best data structure because: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r>
              <a:rPr lang="en-US" altLang="en-US" dirty="0"/>
              <a:t>Executes the highest-priority task first.</a:t>
            </a:r>
            <a:endParaRPr lang="en-US" altLang="en-US" dirty="0"/>
          </a:p>
          <a:p>
            <a:r>
              <a:rPr lang="en-US" altLang="en-US" dirty="0"/>
              <a:t>Reduces waiting time for critical jobs.</a:t>
            </a:r>
            <a:endParaRPr lang="en-US" altLang="en-US" dirty="0"/>
          </a:p>
          <a:p>
            <a:r>
              <a:rPr lang="en-US" altLang="en-US" dirty="0"/>
              <a:t>Efficiently manages multiple tasks.</a:t>
            </a:r>
            <a:endParaRPr lang="en-US" altLang="en-US" dirty="0"/>
          </a:p>
          <a:p>
            <a:r>
              <a:rPr lang="en-US" altLang="en-US" dirty="0"/>
              <a:t>Supports dynamic insertion of new jobs.</a:t>
            </a:r>
            <a:endParaRPr lang="en-US" altLang="en-US" dirty="0"/>
          </a:p>
          <a:p>
            <a:r>
              <a:rPr lang="en-US" altLang="en-US" dirty="0"/>
              <a:t>Improves overall system performance.</a:t>
            </a:r>
            <a:endParaRPr lang="en-US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98" y="102620"/>
            <a:ext cx="1371600" cy="1371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2815" y="102620"/>
            <a:ext cx="1739132" cy="13121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OF 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</a:t>
            </a:r>
            <a:endParaRPr lang="en-US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98" y="102620"/>
            <a:ext cx="1371600" cy="1371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2815" y="102620"/>
            <a:ext cx="1739132" cy="131211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725" y="1824990"/>
            <a:ext cx="10945495" cy="4427220"/>
          </a:xfrm>
          <a:prstGeom prst="rect">
            <a:avLst/>
          </a:prstGeom>
        </p:spPr>
      </p:pic>
      <p:sp>
        <p:nvSpPr>
          <p:cNvPr id="4" name="Content Placeholder 3"/>
          <p:cNvSpPr/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/>
          </a:bodyPr>
          <a:lstStyle/>
          <a:p>
            <a:pPr marL="0" indent="0">
              <a:buNone/>
            </a:pPr>
            <a:r>
              <a:rPr lang="en-US" altLang="en-US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(New Task)</a:t>
            </a:r>
            <a:endParaRPr lang="en-US" altLang="en-US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a new task.</a:t>
            </a:r>
            <a:endParaRPr lang="en-US" altLang="en-US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its priority.</a:t>
            </a:r>
            <a:endParaRPr lang="en-US" altLang="en-US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it into the Priority Queue.</a:t>
            </a:r>
            <a:endParaRPr lang="en-US" altLang="en-US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Rearrange based on priority.</a:t>
            </a:r>
            <a:endParaRPr lang="en-US" altLang="en-US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Task</a:t>
            </a:r>
            <a:endParaRPr lang="en-US" altLang="en-US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highest-priority task.</a:t>
            </a:r>
            <a:endParaRPr lang="en-US" altLang="en-US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it from the queue.</a:t>
            </a:r>
            <a:endParaRPr lang="en-US" altLang="en-US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the task.</a:t>
            </a:r>
            <a:endParaRPr lang="en-US" altLang="en-US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until the queue becomes empty.</a:t>
            </a:r>
            <a:endParaRPr lang="en-US" altLang="en-US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98" y="102620"/>
            <a:ext cx="1371600" cy="1371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2815" y="102620"/>
            <a:ext cx="1739132" cy="1312113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7440930" y="1948180"/>
            <a:ext cx="406400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TIME COMPLEXITY</a:t>
            </a:r>
            <a:endParaRPr lang="en-US" altLang="en-US" b="1"/>
          </a:p>
          <a:p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Using a Binary Heap implementation: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Insert → O(log n)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Delete Highest Priority → O(log n)</a:t>
            </a:r>
            <a:endParaRPr lang="en-U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Peek Highest Priority → O(1)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en-US" dirty="0"/>
              <a:t>Executes important tasks first.</a:t>
            </a:r>
            <a:endParaRPr lang="en-US" altLang="en-US" dirty="0"/>
          </a:p>
          <a:p>
            <a:pPr>
              <a:lnSpc>
                <a:spcPct val="150000"/>
              </a:lnSpc>
            </a:pPr>
            <a:r>
              <a:rPr lang="en-US" altLang="en-US" dirty="0"/>
              <a:t>Improves CPU utilization.</a:t>
            </a:r>
            <a:endParaRPr lang="en-US" altLang="en-US" dirty="0"/>
          </a:p>
          <a:p>
            <a:pPr>
              <a:lnSpc>
                <a:spcPct val="150000"/>
              </a:lnSpc>
            </a:pPr>
            <a:r>
              <a:rPr lang="en-US" altLang="en-US" dirty="0"/>
              <a:t>Faster scheduling of urgent jobs.</a:t>
            </a:r>
            <a:endParaRPr lang="en-US" altLang="en-US" dirty="0"/>
          </a:p>
          <a:p>
            <a:pPr>
              <a:lnSpc>
                <a:spcPct val="150000"/>
              </a:lnSpc>
            </a:pPr>
            <a:r>
              <a:rPr lang="en-US" altLang="en-US" dirty="0"/>
              <a:t>Efficient for real-time applications.</a:t>
            </a:r>
            <a:endParaRPr lang="en-US" altLang="en-US" dirty="0"/>
          </a:p>
          <a:p>
            <a:pPr>
              <a:lnSpc>
                <a:spcPct val="150000"/>
              </a:lnSpc>
            </a:pPr>
            <a:r>
              <a:rPr lang="en-US" altLang="en-US" dirty="0"/>
              <a:t>Handles dynamic task arrivals.</a:t>
            </a:r>
            <a:endParaRPr lang="en-US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98" y="102620"/>
            <a:ext cx="1371600" cy="1371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2815" y="102620"/>
            <a:ext cx="1739132" cy="13121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CPU Process Scheduling</a:t>
            </a:r>
            <a:endParaRPr lang="en-US" altLang="en-US" dirty="0"/>
          </a:p>
          <a:p>
            <a:r>
              <a:rPr lang="en-US" altLang="en-US" dirty="0"/>
              <a:t>Operating Systems</a:t>
            </a:r>
            <a:endParaRPr lang="en-US" altLang="en-US" dirty="0"/>
          </a:p>
          <a:p>
            <a:r>
              <a:rPr lang="en-US" altLang="en-US" dirty="0"/>
              <a:t>Printer Job Scheduling</a:t>
            </a:r>
            <a:endParaRPr lang="en-US" altLang="en-US" dirty="0"/>
          </a:p>
          <a:p>
            <a:r>
              <a:rPr lang="en-US" altLang="en-US" dirty="0"/>
              <a:t>Network Packet Scheduling</a:t>
            </a:r>
            <a:endParaRPr lang="en-US" altLang="en-US" dirty="0"/>
          </a:p>
          <a:p>
            <a:r>
              <a:rPr lang="en-US" altLang="en-US" dirty="0"/>
              <a:t>Hospital Emergency Systems</a:t>
            </a:r>
            <a:endParaRPr lang="en-US" altLang="en-US" dirty="0"/>
          </a:p>
          <a:p>
            <a:r>
              <a:rPr lang="en-US" altLang="en-US" dirty="0"/>
              <a:t>Airline Flight Scheduling</a:t>
            </a:r>
            <a:endParaRPr lang="en-US" altLang="en-US" dirty="0"/>
          </a:p>
          <a:p>
            <a:r>
              <a:rPr lang="en-US" altLang="en-US" dirty="0"/>
              <a:t>Cloud Computing Task Management</a:t>
            </a:r>
            <a:endParaRPr lang="en-US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98" y="102620"/>
            <a:ext cx="1371600" cy="1371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2815" y="102620"/>
            <a:ext cx="1739132" cy="13121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 is the most suitable data structure for a Task Scheduling System.</a:t>
            </a:r>
            <a:endParaRPr lang="en-US" alt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always executes the highest-priority task first, ensuring efficient resource utilization and reduced waiting time for critical jobs.</a:t>
            </a:r>
            <a:endParaRPr lang="en-US" alt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operations are fast and efficient, making it ideal for operating systems, cloud computing, and real-time scheduling applications.</a:t>
            </a:r>
            <a:endParaRPr lang="en-US" alt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2172</Words>
  <Application>WPS Presentation</Application>
  <PresentationFormat>Widescreen</PresentationFormat>
  <Paragraphs>89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SimSun</vt:lpstr>
      <vt:lpstr>Wingdings</vt:lpstr>
      <vt:lpstr>Times New Roman</vt:lpstr>
      <vt:lpstr>Aptos</vt:lpstr>
      <vt:lpstr>Segoe UI</vt:lpstr>
      <vt:lpstr>Microsoft YaHei</vt:lpstr>
      <vt:lpstr>Arial Unicode MS</vt:lpstr>
      <vt:lpstr>Aptos Display</vt:lpstr>
      <vt:lpstr>Segoe UI Variable Display</vt:lpstr>
      <vt:lpstr>Calibri</vt:lpstr>
      <vt:lpstr>Office Theme</vt:lpstr>
      <vt:lpstr>QUEUE DATA STRUCTURE IN TICKET COUNTER MANAGEMENT</vt:lpstr>
      <vt:lpstr>INTRODUCTION</vt:lpstr>
      <vt:lpstr>PROBLEM STATEMENT</vt:lpstr>
      <vt:lpstr>WHY QUEUE IS SUITABLE</vt:lpstr>
      <vt:lpstr>WORKING OF QUEUE</vt:lpstr>
      <vt:lpstr>ALGORITHM</vt:lpstr>
      <vt:lpstr>ADVANTAGES</vt:lpstr>
      <vt:lpstr>APPLICATIONS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Sharmila Sharmila</dc:creator>
  <cp:lastModifiedBy>Nivi</cp:lastModifiedBy>
  <cp:revision>2</cp:revision>
  <dcterms:created xsi:type="dcterms:W3CDTF">2026-07-15T18:23:00Z</dcterms:created>
  <dcterms:modified xsi:type="dcterms:W3CDTF">2026-07-19T12:09:49Z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B66BB98443A34907905342989FDE9857_13</vt:lpwstr>
  </property>
</Properties>
</file>